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USF Fabric Monitoring &amp;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Executive overview (Microsoft Fabric)</a:t>
            </a:r>
          </a:p>
          <a:p>
            <a:r>
              <a:rPr sz="1400">
                <a:solidFill>
                  <a:srgbClr val="5A5A5A"/>
                </a:solidFill>
              </a:rPr>
              <a:t>Purpose: provide operational visibility, governance controls, and evidence for Microsoft Fabric at tenant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05050"/>
                </a:solidFill>
              </a:rPr>
              <a:t>Executive overview (Microsoft Fabric)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050"/>
                </a:solidFill>
              </a:rPr>
              <a:t>2025-12-15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Library-first monitoring and governance toolkit for Microsoft Fabric.</a:t>
            </a:r>
          </a:p>
          <a:p>
            <a:pPr/>
            <a:r>
              <a:rPr sz="1800"/>
              <a:t>Enables tenant-wide activity visibility (historical window capped by API limits) with consistent export artifacts.</a:t>
            </a:r>
          </a:p>
          <a:p>
            <a:pPr/>
            <a:r>
              <a:rPr sz="1800"/>
              <a:t>Adds governance guardrails: validates and enforces mandatory security group access across workspaces.</a:t>
            </a:r>
          </a:p>
          <a:p>
            <a:pPr/>
            <a:r>
              <a:rPr sz="1800"/>
              <a:t>Designed to run locally (Conda) and in Fabric (Environment + notebooks), producing repeatable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05050"/>
                </a:solidFill>
              </a:rPr>
              <a:t>USF Fabric Monitoring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050"/>
                </a:solidFill>
              </a:rPr>
              <a:t>2025-12-15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Problem (What We’re Solving)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Limited centralized visibility into Fabric activity across all workspaces.</a:t>
            </a:r>
          </a:p>
          <a:p>
            <a:pPr/>
            <a:r>
              <a:rPr sz="1800"/>
              <a:t>Operational questions are hard to answer quickly: failures, long-running jobs, usage patterns, and drift.</a:t>
            </a:r>
          </a:p>
          <a:p>
            <a:pPr/>
            <a:r>
              <a:rPr sz="1800"/>
              <a:t>Access drift risk: required admin groups can be removed or downgraded over time.</a:t>
            </a:r>
          </a:p>
          <a:p>
            <a:pPr/>
            <a:r>
              <a:rPr sz="1800"/>
              <a:t>Need repeatable artifacts for governance reviews and executive reporting.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05050"/>
                </a:solidFill>
              </a:rPr>
              <a:t>USF Fabric Monitoring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050"/>
                </a:solidFill>
              </a:rPr>
              <a:t>2025-12-15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Solution Overview (Three Capabilities)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Monitor Hub: extract + analyze activity events and generate actionable reports.</a:t>
            </a:r>
          </a:p>
          <a:p>
            <a:pPr/>
            <a:r>
              <a:rPr sz="1800"/>
              <a:t>Access enforcement: assess/enforce mandatory security group roles with suppressions for labs/sandboxes.</a:t>
            </a:r>
          </a:p>
          <a:p>
            <a:pPr/>
            <a:r>
              <a:rPr sz="1800"/>
              <a:t>Lineage inventory: identify Mirrored Databases and capture source details for governance inventory.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05050"/>
                </a:solidFill>
              </a:rPr>
              <a:t>USF Fabric Monitoring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050"/>
                </a:solidFill>
              </a:rPr>
              <a:t>2025-12-15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How It Works (High-Level Data Flow)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2148840" cy="9144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82828"/>
                </a:solidFill>
              </a:rPr>
              <a:t>Fabric / Power BI APIs</a:t>
            </a:r>
          </a:p>
          <a:p>
            <a:r>
              <a:t>(Activity + Admin)</a:t>
            </a:r>
          </a:p>
        </p:txBody>
      </p:sp>
      <p:sp>
        <p:nvSpPr>
          <p:cNvPr id="4" name="Can 3"/>
          <p:cNvSpPr/>
          <p:nvPr/>
        </p:nvSpPr>
        <p:spPr>
          <a:xfrm>
            <a:off x="2788920" y="2194559"/>
            <a:ext cx="320040" cy="274320"/>
          </a:xfrm>
          <a:prstGeom prst="can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0" y="1874519"/>
            <a:ext cx="2148840" cy="9144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82828"/>
                </a:solidFill>
              </a:rPr>
              <a:t>Extract</a:t>
            </a:r>
          </a:p>
          <a:p>
            <a:r>
              <a:t>(per-day, MAX_HISTORICAL_DAYS)</a:t>
            </a:r>
          </a:p>
        </p:txBody>
      </p:sp>
      <p:sp>
        <p:nvSpPr>
          <p:cNvPr id="6" name="Can 5"/>
          <p:cNvSpPr/>
          <p:nvPr/>
        </p:nvSpPr>
        <p:spPr>
          <a:xfrm>
            <a:off x="5257800" y="2194559"/>
            <a:ext cx="320040" cy="274320"/>
          </a:xfrm>
          <a:prstGeom prst="can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0" y="1874519"/>
            <a:ext cx="2148840" cy="9144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82828"/>
                </a:solidFill>
              </a:rPr>
              <a:t>Enrich</a:t>
            </a:r>
          </a:p>
          <a:p>
            <a:r>
              <a:t>(job details ~8h cache)</a:t>
            </a:r>
          </a:p>
        </p:txBody>
      </p:sp>
      <p:sp>
        <p:nvSpPr>
          <p:cNvPr id="8" name="Can 7"/>
          <p:cNvSpPr/>
          <p:nvPr/>
        </p:nvSpPr>
        <p:spPr>
          <a:xfrm>
            <a:off x="7726680" y="2194559"/>
            <a:ext cx="320040" cy="274320"/>
          </a:xfrm>
          <a:prstGeom prst="can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874519"/>
            <a:ext cx="2148840" cy="9144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82828"/>
                </a:solidFill>
              </a:rPr>
              <a:t>Reports</a:t>
            </a:r>
          </a:p>
          <a:p>
            <a:r>
              <a:t>(CSV + Parquet)</a:t>
            </a:r>
          </a:p>
        </p:txBody>
      </p:sp>
      <p:sp>
        <p:nvSpPr>
          <p:cNvPr id="10" name="Can 9"/>
          <p:cNvSpPr/>
          <p:nvPr/>
        </p:nvSpPr>
        <p:spPr>
          <a:xfrm>
            <a:off x="10195560" y="2194559"/>
            <a:ext cx="320040" cy="274320"/>
          </a:xfrm>
          <a:prstGeom prst="can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0" y="1874519"/>
            <a:ext cx="2148840" cy="9144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82828"/>
                </a:solidFill>
              </a:rPr>
              <a:t>Decisions</a:t>
            </a:r>
          </a:p>
          <a:p>
            <a:r>
              <a:t>Ops +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1152144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Key design choices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Tenant-wide mode uses Power BI Admin Activity Events API (1 call/day) with automatic fallback to member-only scope when needed.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Outputs are environment-agnostic: in Fabric they land under OneLake (`/lakehouse/default/Files/...`) via `resolve_path()`.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Artifacts are designed for downstream consumption (Power BI dashboards, incident response, audit evidence).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05050"/>
                </a:solidFill>
              </a:rPr>
              <a:t>USF Fabric Monitoring &amp;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4465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050"/>
                </a:solidFill>
              </a:rPr>
              <a:t>2025-12-15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Tenant-Wide Coverage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5778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Tenant-wide (default)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Uses Power BI Admin Activity Events API to cover shared workspaces at scale.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Operationally efficient: ~1 API call per day for activity events.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Excludes personal workspaces to reduce noise and avoid known SP limitations.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17320"/>
            <a:ext cx="55778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Member-only (fallback / targeted)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Uses per-workspace enumeration for scenarios without admin permissions.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Useful for development/testing or partial visibility scenarios.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Selectable via `--member-only` (or `MEMBER_ONLY=1`).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05050"/>
                </a:solidFill>
              </a:rPr>
              <a:t>USF Fabric Monitoring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465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050"/>
                </a:solidFill>
              </a:rPr>
              <a:t>2025-12-15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Governance: Access Enforcement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Daily verification that mandatory Azure AD security groups retain expected roles in each workspace.</a:t>
            </a:r>
          </a:p>
          <a:p>
            <a:pPr/>
            <a:r>
              <a:rPr sz="1800"/>
              <a:t>Two-step operational guardrail: `assess` (dry run) → `enforce --confirm` (apply changes).</a:t>
            </a:r>
          </a:p>
          <a:p>
            <a:pPr/>
            <a:r>
              <a:rPr sz="1800"/>
              <a:t>Configuration-driven targets/suppressions via `config/workspace_access_targets.json` and `config/workspace_access_suppressions.json`.</a:t>
            </a:r>
          </a:p>
          <a:p>
            <a:pPr/>
            <a:r>
              <a:rPr sz="1800"/>
              <a:t>Produces timestamped JSON (and optional CSV) artifacts suitable for audit evidence and alerting.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05050"/>
                </a:solidFill>
              </a:rPr>
              <a:t>USF Fabric Monitoring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050"/>
                </a:solidFill>
              </a:rPr>
              <a:t>2025-12-15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Outputs &amp; Executive KPIs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Operational reporting: activity volume, success rate, top failing items/errors, long-running operations.</a:t>
            </a:r>
          </a:p>
          <a:p>
            <a:pPr/>
            <a:r>
              <a:rPr sz="1800"/>
              <a:t>Governance reporting: compliance rate by workspace, remediation actions required/applied, suppressed scope.</a:t>
            </a:r>
          </a:p>
          <a:p>
            <a:pPr/>
            <a:r>
              <a:rPr sz="1800"/>
              <a:t>Data products: CSV reports for broad consumption + Parquet “source of truth” for downstream analytics.</a:t>
            </a:r>
          </a:p>
          <a:p>
            <a:pPr/>
            <a:r>
              <a:rPr sz="1800"/>
              <a:t>All outputs default to `EXPORT_DIRECTORY=exports/monitor_hub_analysis` (OneLake-resolved in Fabric).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05050"/>
                </a:solidFill>
              </a:rPr>
              <a:t>USF Fabric Monitoring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050"/>
                </a:solidFill>
              </a:rPr>
              <a:t>2025-12-15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Deployment &amp; Operations (How Teams Run 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5778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Local / CI runner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`make create` → `make install` → `make test-smoke`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`make monitor-hub DAYS=7`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`make enforce-access MODE=assess CSV_SUMMARY=1`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17320"/>
            <a:ext cx="55778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Fabric-native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Upload wheel to Fabric Environment and publish.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Attach environment to notebooks under `notebooks/`.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/>
              <a:t>Artifacts land in OneLake under `/lakehouse/default/Files/exports/...`.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05050"/>
                </a:solidFill>
              </a:rPr>
              <a:t>USF Fabric Monitoring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465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050"/>
                </a:solidFill>
              </a:rPr>
              <a:t>2025-12-15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Roadmap (Pragmatic Next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Short-term: expand tests (especially enrichment/merge logic), tighten config validation, reduce notebook duplication.</a:t>
            </a:r>
          </a:p>
          <a:p>
            <a:pPr/>
            <a:r>
              <a:rPr sz="1800"/>
              <a:t>Medium-term: automated scheduling + alerting, dashboards/visualizations, richer lineage (pipelines/dataflows/models).</a:t>
            </a:r>
          </a:p>
          <a:p>
            <a:pPr/>
            <a:r>
              <a:rPr sz="1800"/>
              <a:t>Long-term: anomaly detection, enterprise audit trail for enforcement actions, broader observability integrations.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05050"/>
                </a:solidFill>
              </a:rPr>
              <a:t>USF Fabric Monitoring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050"/>
                </a:solidFill>
              </a:rPr>
              <a:t>2025-12-15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Risks /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Permissions: tenant-wide monitoring relies on admin API permissions for the service principal.</a:t>
            </a:r>
          </a:p>
          <a:p>
            <a:pPr/>
            <a:r>
              <a:rPr sz="1800"/>
              <a:t>API limits: activity history window is capped by platform limits (configured via `MAX_HISTORICAL_DAYS`).</a:t>
            </a:r>
          </a:p>
          <a:p>
            <a:pPr/>
            <a:r>
              <a:rPr sz="1800"/>
              <a:t>Operational hygiene: define retention + ownership for artifacts under `exports/` and logs under `logs/`.</a:t>
            </a:r>
          </a:p>
          <a:p>
            <a:pPr/>
            <a:r>
              <a:rPr sz="1800"/>
              <a:t>Change management: enforcement requires explicit confirmation to avoid unintended access changes.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05050"/>
                </a:solidFill>
              </a:rPr>
              <a:t>USF Fabric Monitoring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050"/>
                </a:solidFill>
              </a:rPr>
              <a:t>2025-12-15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Executive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Confirm governance goals: required groups/roles and the workspace suppression policy.</a:t>
            </a:r>
          </a:p>
          <a:p>
            <a:pPr/>
            <a:r>
              <a:rPr sz="1800"/>
              <a:t>Authorize tenant-wide permissions for the service principal (or approve member-only scope where necessary).</a:t>
            </a:r>
          </a:p>
          <a:p>
            <a:pPr/>
            <a:r>
              <a:rPr sz="1800"/>
              <a:t>Decide operating cadence (daily/weekly) and define owners for triage + remediation workflows.</a:t>
            </a:r>
          </a:p>
          <a:p>
            <a:pPr/>
            <a:r>
              <a:rPr sz="1800"/>
              <a:t>Greenlight a dashboard/reporting consumer (Power BI) for ongoing executive visibility.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05050"/>
                </a:solidFill>
              </a:rPr>
              <a:t>USF Fabric Monitoring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050"/>
                </a:solidFill>
              </a:rPr>
              <a:t>2025-12-15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